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  <p:embeddedFont>
      <p:font typeface="Roboto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22" Type="http://schemas.openxmlformats.org/officeDocument/2006/relationships/font" Target="fonts/RobotoMono-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bold.fntdata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23" Type="http://schemas.openxmlformats.org/officeDocument/2006/relationships/font" Target="fonts/RobotoMon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32e3156c3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532e3156c3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32e3156c3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532e3156c3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32e3156c3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532e3156c3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32e3156c3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532e3156c3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532e3156c3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532e3156c3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2275450" y="602200"/>
            <a:ext cx="72900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Assignment 2: Search and</a:t>
            </a:r>
            <a:r>
              <a:rPr lang="en" sz="2500"/>
              <a:t> </a:t>
            </a:r>
            <a:r>
              <a:rPr lang="en" sz="2500"/>
              <a:t>Optimization</a:t>
            </a:r>
            <a:endParaRPr sz="25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3462350" y="2181100"/>
            <a:ext cx="40389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TEAM MEMBER : CS22B034 , CS22B053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b="1" lang="en" sz="1500" u="sng"/>
              <a:t>Frozen Lake :</a:t>
            </a:r>
            <a:endParaRPr b="1" sz="1500" u="sng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This is a grid-world game where an agent tries to reach a goal without falling into holes. The surface is slippery, so the agent’s moves might not go as planned.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Used in: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Branch &amp; Bound, Iterative Deepening A*</a:t>
            </a:r>
            <a:endParaRPr sz="14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➢"/>
            </a:pPr>
            <a:r>
              <a:rPr b="1" lang="en" sz="1500" u="sng"/>
              <a:t>Traveling Salesman Problem (TSP)</a:t>
            </a:r>
            <a:endParaRPr b="1" sz="1500" u="sng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A salesman must visit all cities once and return to the starting point using the shortest path. It’s a hard problem with no quick solution.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Used in: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Hill Climbing, Simulated Annealing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Heuristics Used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2164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Environment: Frozen Lake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Branch &amp; Bound</a:t>
            </a:r>
            <a:br>
              <a:rPr b="1"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 Branch and Bound systematically explores all possible paths but prunes those that exceed the current best cost.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 It does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not use any heuristic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—decisions are purely based on actual path cost.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Heuristic: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" sz="1400">
                <a:latin typeface="Arial"/>
                <a:ea typeface="Arial"/>
                <a:cs typeface="Arial"/>
                <a:sym typeface="Arial"/>
              </a:rPr>
              <a:t>None</a:t>
            </a:r>
            <a:br>
              <a:rPr i="1" lang="en" sz="1400">
                <a:latin typeface="Arial"/>
                <a:ea typeface="Arial"/>
                <a:cs typeface="Arial"/>
                <a:sym typeface="Arial"/>
              </a:rPr>
            </a:br>
            <a:endParaRPr i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Iterative Deepening A*</a:t>
            </a:r>
            <a:br>
              <a:rPr b="1"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 Since Frozen Lake is a 2D grid with movement in four directions (up, down, left, right), a natural heuristic is the Manhattan Distance (sum of horizontal and vertical distances to the goal).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Heuristic: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" sz="1400">
                <a:latin typeface="Arial"/>
                <a:ea typeface="Arial"/>
                <a:cs typeface="Arial"/>
                <a:sym typeface="Arial"/>
              </a:rPr>
              <a:t>Manhattan Distance</a:t>
            </a:r>
            <a:endParaRPr i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Heuristics Used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Environment: Traveling Salesman Problem (TSP)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Hill Climbing</a:t>
            </a:r>
            <a:br>
              <a:rPr b="1"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 Tries to minimize the total path cost by swapping cities and picking the better solution each time.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Heuristic: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" sz="1400">
                <a:latin typeface="Arial"/>
                <a:ea typeface="Arial"/>
                <a:cs typeface="Arial"/>
                <a:sym typeface="Arial"/>
              </a:rPr>
              <a:t>Total Path Distance</a:t>
            </a:r>
            <a:br>
              <a:rPr i="1" lang="en" sz="1400">
                <a:latin typeface="Arial"/>
                <a:ea typeface="Arial"/>
                <a:cs typeface="Arial"/>
                <a:sym typeface="Arial"/>
              </a:rPr>
            </a:br>
            <a:endParaRPr i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Simulated Annealing</a:t>
            </a:r>
            <a:br>
              <a:rPr b="1"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 Similar to Hill Climbing but allows occasional moves to worse solutions to avoid local optima.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 The decision is based on total distance and a probability influenced by temperature.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Heuristic: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" sz="1400">
                <a:latin typeface="Arial"/>
                <a:ea typeface="Arial"/>
                <a:cs typeface="Arial"/>
                <a:sym typeface="Arial"/>
              </a:rPr>
              <a:t>Total Path Distance + Randomness</a:t>
            </a:r>
            <a:endParaRPr i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</a:t>
            </a:r>
            <a:r>
              <a:rPr lang="en"/>
              <a:t>compression</a:t>
            </a:r>
            <a:r>
              <a:rPr lang="en"/>
              <a:t> :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1275" y="1351400"/>
            <a:ext cx="7564474" cy="312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Observations</a:t>
            </a:r>
            <a:endParaRPr/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1297500" y="13990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Alpha-Beta Pruning (K-Ply)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was the fastest algorithm in chess — delivering optimal moves (</a:t>
            </a:r>
            <a:r>
              <a:rPr lang="en" sz="1400">
                <a:latin typeface="Roboto Mono"/>
                <a:ea typeface="Roboto Mono"/>
                <a:cs typeface="Roboto Mono"/>
                <a:sym typeface="Roboto Mono"/>
              </a:rPr>
              <a:t>c1f4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) in just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0.88 seconds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, making it ideal for real-time use.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Minimax (Full)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took the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longest time (199.17s)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due to exhaustive search and no pruning — not practical for time-sensitive applications.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Frozen Lake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Iterative Deepening A*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performed efficiently using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Manhattan Distance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, while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Branch &amp; Bound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required more time due to lack of heuristic guidance.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TSP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Simulated Annealing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handled local optima better than Hill Climbing by accepting worse paths occasionally — resulting in more consistent and flexible solutions.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